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regular.fntdata"/><Relationship Id="rId14" Type="http://schemas.openxmlformats.org/officeDocument/2006/relationships/slide" Target="slides/slide9.xml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ac20fcc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ac20fc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ac20fcc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ac20fc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ac20fcc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ac20fcc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ac20fcc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ac20fc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ac20fcc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ac20fc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ac20fcc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ac20fcc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ac20fcc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ac20fcc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ac20fcc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7ac20fcc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 l="0" r="0" t="0"/>
          <a:stretch/>
        </p:blipFill>
        <p:spPr>
          <a:xfrm>
            <a:off x="0" y="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63125" y="3034275"/>
            <a:ext cx="82704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Participant</a:t>
            </a: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 Details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Participant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 name: 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63125" y="2394301"/>
            <a:ext cx="82704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Meeting the Build Criteria</a:t>
            </a:r>
            <a:b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</a:b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 sz="1600">
                <a:latin typeface="Google Sans"/>
                <a:ea typeface="Google Sans"/>
                <a:cs typeface="Google Sans"/>
                <a:sym typeface="Google Sans"/>
              </a:rPr>
              <a:t>How did you navigate the requirements of your chosen track to build a custom solution - using ADK, MCP, or AlloyDB AI that effectively addresses the 'What You Must Build' criteria?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</a:b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 sz="1600"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oogle Sans"/>
              <a:buChar char="●"/>
            </a:pPr>
            <a:r>
              <a:rPr lang="en-GB" sz="1600"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oogle Sans"/>
              <a:buChar char="●"/>
            </a:pPr>
            <a:r>
              <a:rPr lang="en-GB" sz="1600"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3125" y="2392375"/>
            <a:ext cx="82704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ubmission deck t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